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29000"/>
            <a:ext cx="91440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UNIVERSITY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MANAGEMENT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Project Presentation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 •  .NET Framework  •  MS-SQL Server  •  Visual Studio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 Ran-Hao 25101318  |  Chen Zhi-Kai 25101309  |  Gao Ming-Jie 25101305  |  Kang Rui-Le 25101329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43200" cy="347472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743200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61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comprehensive University Management System to manage students, courses, instructors &amp; departments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743200" cy="347472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261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with .NET Framework, MS-SQL Server database, ADO.NET Entity Framework, Visual Studio IDE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743200" cy="347472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234440"/>
            <a:ext cx="2743200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261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187452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roles: Administrator, Instructor, and Student — each with tailored access and features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6400800" cy="7772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6304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57276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 (Login, Student, Instructor, Admin)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993392"/>
            <a:ext cx="164592" cy="16459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194560"/>
            <a:ext cx="6400800" cy="77724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6304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5786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Event Handlers &amp; Role-Based Routing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2999232"/>
            <a:ext cx="164592" cy="16459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3200400"/>
            <a:ext cx="6400800" cy="77724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6304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58444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ADO.NET Entity Framework (.edmx)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4005072"/>
            <a:ext cx="164592" cy="16459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4206240"/>
            <a:ext cx="6400800" cy="777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6304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5902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MS-SQL Server — University Database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SCHEMA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84048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username, password,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dept_name, tot_cred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dept_name, salary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dept_name, building, 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course_id, title, dept_name, credits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course_id, sec_id, semester, year, building, room, time_slot_id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course_id, sec_id, semester, year, 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course_id, sec_id, semester,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time_slot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time_slot_id, day, start_time, end_time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building, room_number,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FORMS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023360" cy="16916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40233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 input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validation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023360" cy="16916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88720"/>
            <a:ext cx="4023360" cy="411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66420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tab — view personal info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tab — enroll/drop courses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Combobox course selection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4023360" cy="16916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108960"/>
            <a:ext cx="4023360" cy="411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154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358444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tab — view personal info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Rosters tab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tab — submit grades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108960"/>
            <a:ext cx="4023360" cy="169164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108960"/>
            <a:ext cx="40233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154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Form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58444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tab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 tab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Management &amp;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2743200" cy="16002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143000"/>
            <a:ext cx="502920" cy="1600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1234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Login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61848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Admins, instructors &amp; students each get their own tailored interface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143000"/>
            <a:ext cx="2743200" cy="16002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143000"/>
            <a:ext cx="502920" cy="1600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75888" y="1234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Enrollment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75888" y="161848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enroll/drop courses by selecting course, section, semester &amp; year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743200" cy="16002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502920" cy="1600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01968" y="1234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Submission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01968" y="161848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view rosters and submit or update student grades directly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2971800"/>
            <a:ext cx="2743200" cy="16002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971800"/>
            <a:ext cx="502920" cy="1600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344728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control over users, courses, and departments with save support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08960" y="2971800"/>
            <a:ext cx="2743200" cy="16002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08960" y="2971800"/>
            <a:ext cx="502920" cy="1600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75888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Binding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75888" y="344728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ADO.NET Entity Framework auto-binds DB tables to UI with no manual queries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743200" cy="16002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971800"/>
            <a:ext cx="502920" cy="1600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01968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Chart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01968" y="344728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chart in the Reporting tab shows enrollment and performance data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85216" y="128016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2240280"/>
            <a:ext cx="14630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267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2788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login form with validation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55648" y="1645920"/>
            <a:ext cx="411480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2304288" y="128016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2304288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993392" y="2240280"/>
            <a:ext cx="14630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993392" y="2267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01952" y="2788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courses, departments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1645920"/>
            <a:ext cx="411480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4023360" y="128016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0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712464" y="2240280"/>
            <a:ext cx="14630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3712464" y="2267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21024" y="2788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profile &amp; enroll in courses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93792" y="1645920"/>
            <a:ext cx="411480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742432" y="128016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5742432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431536" y="2240280"/>
            <a:ext cx="14630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31536" y="2267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0096" y="2788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rosters &amp; submit grades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12864" y="1645920"/>
            <a:ext cx="411480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8" name="Shape 26"/>
          <p:cNvSpPr/>
          <p:nvPr/>
        </p:nvSpPr>
        <p:spPr>
          <a:xfrm>
            <a:off x="7461504" y="128016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9" name="Text 27"/>
          <p:cNvSpPr/>
          <p:nvPr/>
        </p:nvSpPr>
        <p:spPr>
          <a:xfrm>
            <a:off x="7461504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150608" y="2240280"/>
            <a:ext cx="14630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150608" y="2267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59168" y="2788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reporting chart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add screenshots during the actual demo!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154680"/>
            <a:ext cx="91440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Management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 |  .NET Framework  |  MS-SQL Server  |  Visual Studio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Management System</dc:title>
  <dc:subject>PptxGenJS Presentation</dc:subject>
  <dc:creator>PptxGenJS</dc:creator>
  <cp:lastModifiedBy>PptxGenJS</cp:lastModifiedBy>
  <cp:revision>1</cp:revision>
  <dcterms:created xsi:type="dcterms:W3CDTF">2026-06-08T10:07:55Z</dcterms:created>
  <dcterms:modified xsi:type="dcterms:W3CDTF">2026-06-08T10:07:55Z</dcterms:modified>
</cp:coreProperties>
</file>