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9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22.jpg" ContentType="image/jpg"/>
  <Override PartName="/ppt/notesSlides/notesSlide10.xml" ContentType="application/vnd.openxmlformats-officedocument.presentationml.notesSlide+xml"/>
  <Override PartName="/ppt/media/image23.jpg" ContentType="image/jpg"/>
  <Override PartName="/ppt/media/image24.jpg" ContentType="image/jpg"/>
  <Override PartName="/ppt/notesSlides/notesSlide11.xml" ContentType="application/vnd.openxmlformats-officedocument.presentationml.notesSlide+xml"/>
  <Override PartName="/ppt/media/image25.jpg" ContentType="image/jpg"/>
  <Override PartName="/ppt/notesSlides/notesSlide12.xml" ContentType="application/vnd.openxmlformats-officedocument.presentationml.notesSlide+xml"/>
  <Override PartName="/ppt/media/image26.jpg" ContentType="image/jpg"/>
  <Override PartName="/ppt/notesSlides/notesSlide13.xml" ContentType="application/vnd.openxmlformats-officedocument.presentationml.notesSlide+xml"/>
  <Override PartName="/ppt/media/image29.jpg" ContentType="image/jp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054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Operations,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 One Desktop App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C#/.NET WinForms platform that lets one administrator manage students, instructors, courses, enrollment, scheduling, and reporting — without juggling spreadsheets.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16636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663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12848" y="5166360"/>
            <a:ext cx="151333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5166360"/>
            <a:ext cx="1513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90772" y="5166360"/>
            <a:ext cx="1129284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0772" y="5166360"/>
            <a:ext cx="1129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84648" y="51663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5166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51663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5166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48472" y="5166360"/>
            <a:ext cx="1129284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5166360"/>
            <a:ext cx="1129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|  Project Report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behind the University Management System 2026 build.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70048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2184" y="2532888"/>
            <a:ext cx="822960" cy="82296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/>
        </p:spPr>
      </p:sp>
      <p:sp>
        <p:nvSpPr>
          <p:cNvPr id="8" name="Text 5"/>
          <p:cNvSpPr/>
          <p:nvPr/>
        </p:nvSpPr>
        <p:spPr>
          <a:xfrm>
            <a:off x="685800" y="361188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 Ran-Hao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40690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25101318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01568" y="2240280"/>
            <a:ext cx="2670048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5112" y="2532888"/>
            <a:ext cx="822960" cy="82296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/>
        </p:spPr>
      </p:sp>
      <p:sp>
        <p:nvSpPr>
          <p:cNvPr id="14" name="Text 10"/>
          <p:cNvSpPr/>
          <p:nvPr/>
        </p:nvSpPr>
        <p:spPr>
          <a:xfrm>
            <a:off x="3538728" y="361188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Zhi-Kai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38728" y="40690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538728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25101309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54496" y="2240280"/>
            <a:ext cx="2670048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78040" y="2532888"/>
            <a:ext cx="822960" cy="82296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/>
        </p:spPr>
      </p:sp>
      <p:sp>
        <p:nvSpPr>
          <p:cNvPr id="20" name="Text 15"/>
          <p:cNvSpPr/>
          <p:nvPr/>
        </p:nvSpPr>
        <p:spPr>
          <a:xfrm>
            <a:off x="6391656" y="361188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 Ming-Jie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391656" y="40690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91656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25101305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107424" y="2240280"/>
            <a:ext cx="2670048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030968" y="2532888"/>
            <a:ext cx="822960" cy="82296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/>
        </p:spPr>
      </p:sp>
      <p:sp>
        <p:nvSpPr>
          <p:cNvPr id="26" name="Text 20"/>
          <p:cNvSpPr/>
          <p:nvPr/>
        </p:nvSpPr>
        <p:spPr>
          <a:xfrm>
            <a:off x="9244584" y="361188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 Rui-Le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244584" y="40690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9244584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25101329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areas: the problem, the solution, how it's built, what it does, and what's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21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363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student record-keeping breaks down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2057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2221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98848" y="2770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8848" y="31363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desktop system for the whole campus workflow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91856" y="2057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0456" y="2221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0456" y="2770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0456" y="31363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data model, and role-based access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2336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7240" y="47823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148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instructors, courses, enrollment, scheduling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70248" y="4069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98848" y="42336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498848" y="47823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98848" y="5148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and visual breakdowns for decisions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91856" y="4069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0456" y="42336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220456" y="47823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0456" y="5148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limits and what comes next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Universities Outgrow Spreadsheets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courses, and schedules scale faster than manual tracking can handle.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3288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course, and grade data living in separate spreadsheets with no single source of truth.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70248" y="224028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53288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4568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Work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44568" y="36576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student, enrolling them, and checking for schedule clashes all done by hand, one row at a time.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91856" y="224028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532888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66176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Insight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266176" y="36576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heads can't see enrollment totals or budget breakdowns without building a new report each time.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Every Campus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WinForms desktop application replaces the spreadsheet patchwork with one connected database.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0" cy="0"/>
          </a:xfrm>
          <a:prstGeom prst="ellipse">
            <a:avLst/>
          </a:prstGeom>
          <a:noFill/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671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0756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data: students, instructors, courses, and grades in one SQL-backed database.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8152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9900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logins separate what Admins, Instructors, and Students can see and do.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9044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scheduling conflict checks catch overlapping class times before they happen.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10328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48188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reports and charts turn raw tables into decisions instantly.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6428232" y="1856232"/>
            <a:ext cx="5294376" cy="4123944"/>
          </a:xfrm>
          <a:prstGeom prst="roundRect">
            <a:avLst>
              <a:gd name="adj" fmla="val 1552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4" descr="/home/claude/ppt_build/images/dashboard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37960" y="1965960"/>
            <a:ext cx="5074920" cy="36210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28232" y="5641848"/>
            <a:ext cx="5294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Administrator Dashboard — live counts at a glance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Familiar, Proven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Microsoft technologies chosen for stability inside a Windows-based campus IT environment.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3591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4436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WinForms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4015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 4.7.2 desktop UI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1568" y="21031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3591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94436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5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57600" y="34015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mapping objects to SQL tables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54496" y="21031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35915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10528" y="294436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510528" y="34015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via SQL Express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107424" y="21031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235915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63456" y="294436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363456" y="34015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Instructor, Student accounts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1295248" y="4709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1295248" y="4709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WinForms UI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(Forms &amp; Controls)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1328" y="4937760"/>
            <a:ext cx="320040" cy="320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724248" y="4709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4724248" y="4709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Access Layer)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0328" y="4937760"/>
            <a:ext cx="320040" cy="3200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153248" y="4709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8153248" y="4709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(University DB)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design: the UI never talks to SQL directly — Entity Framework mediates every read and write.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related tables capture every entity in a university — and how they connect to each other.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860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7157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building, budget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4640" y="214884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99232" y="22860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99232" y="27157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dept, total credits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214884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85232" y="22860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85232" y="27157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dept, salary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14884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71232" y="22860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71232" y="27157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course_id, title, dept, credits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92640" y="214884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57232" y="22860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57232" y="27157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offering per semester/year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27024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record + grade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34640" y="370332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99232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classroom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99232" y="427024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room, capacity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370332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85232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time_slot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427024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day, start/end time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6640" y="370332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71232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71232" y="427024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student ↔ instructor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692640" y="3703320"/>
            <a:ext cx="2139696" cy="1371600"/>
          </a:xfrm>
          <a:prstGeom prst="roundRect">
            <a:avLst>
              <a:gd name="adj" fmla="val 4000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57232" y="3840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57232" y="427024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role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a student belongs to a department, takes sections of a course, and is paired with an advisor (instructor). Each section is tied to a classroom and a time slot.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Three Experiences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has a role. The system routes each person to the screen built for their job.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0" y="245059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377440" y="2450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access: manage students, instructors, departments, courses, enrollment, scheduling, and reports.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70248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377440"/>
            <a:ext cx="502920" cy="502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48" y="245059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099048" y="2450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View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44568" y="3017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44568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their own sections, rosters, and schedules tied to the courses they teach.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91856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377440"/>
            <a:ext cx="502920" cy="5029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820656" y="245059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9820656" y="2450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View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266176" y="3017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266176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personal enrollment, grades, and total credits — read-focused access.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 Module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update, and remove student records — each one tied to a department and a running credit total.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Browse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full roster into a sortable grid with one click.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97280" y="3429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student with ID, name, department, and credits.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776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97280" y="4343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field, such as department transfer or credit total.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89204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097280" y="5257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record when a student withdraws or graduates.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45352" y="1856232"/>
            <a:ext cx="5477256" cy="416052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4" descr="/home/claude/ppt_build/images/student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5080" y="1965960"/>
            <a:ext cx="5257800" cy="3657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45352" y="5678424"/>
            <a:ext cx="5477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Form — roster, detail fields, and CRUD actions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Department Catalog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own a building and a budget. Courses belong to a department and carry a credit value.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856232"/>
            <a:ext cx="5568696" cy="3749040"/>
          </a:xfrm>
          <a:prstGeom prst="roundRect">
            <a:avLst>
              <a:gd name="adj" fmla="val 1707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pt_build/images/departmen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65960"/>
            <a:ext cx="534924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526694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Form — name, building, budget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53912" y="1856232"/>
            <a:ext cx="5568696" cy="3749040"/>
          </a:xfrm>
          <a:prstGeom prst="roundRect">
            <a:avLst>
              <a:gd name="adj" fmla="val 1707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/home/claude/ppt_build/images/cours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965960"/>
            <a:ext cx="5349240" cy="3246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53912" y="5266944"/>
            <a:ext cx="5568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Form — ID, title, department, credits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record links back to a department by name, so reports can roll enrollment and credit data up to the department level automatically.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Tracking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'take' table is the heart of the system — it connects a student to a course section, semester, year, and final grade.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901952"/>
            <a:ext cx="6163056" cy="416052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pt_build/images/enrollmen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011680"/>
            <a:ext cx="5943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5724144"/>
            <a:ext cx="6163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Form — student, course, section, semester, grade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2128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21214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records one student in one course section for one semester.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08152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9480" y="299008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feed directly into total-credit calculations on the Student module.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95020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69480" y="38587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student can appear many times — once per course taken across terms.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818888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69480" y="47274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what makes department-level analytics possible in the Reports module.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Conflict Detection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slots define when a class meets. The built-in conflict checker flags overlapping bookings before they cause problems.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901952"/>
            <a:ext cx="7534656" cy="4114800"/>
          </a:xfrm>
          <a:prstGeom prst="roundRect">
            <a:avLst>
              <a:gd name="adj" fmla="val 155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pt_build/images/schedul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011680"/>
            <a:ext cx="731520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5678424"/>
            <a:ext cx="7534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Form — time slots by day, with Check Conflicts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1031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75320" y="2542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&amp; Time Fields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75320" y="28620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 has a day plus start/end hour and minute.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333756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5320" y="3776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Detection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275320" y="40965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Conflicts scans same-day slots for overlapping ranges.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57200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75320" y="5010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Built In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275320" y="53309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invalid hours, minutes, or end-before-start entries.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turns raw tables into answers: student lists, course catalogs, grade joins, and a department breakdown chart.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901952"/>
            <a:ext cx="7123176" cy="4754880"/>
          </a:xfrm>
          <a:prstGeom prst="roundRect">
            <a:avLst>
              <a:gd name="adj" fmla="val 134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pt_build/images/repor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011680"/>
            <a:ext cx="690372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6318504"/>
            <a:ext cx="7123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Analysis — pie chart of students by department, plus data grid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18120" y="25694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Course Reports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818120" y="2880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pulls of the full student or course tables.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747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18120" y="38953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+ Grade Join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81812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student, course, and grade data in one view.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06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18120" y="5221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Students-by-Department Chart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818120" y="5532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pie chart built straight from a grouped SQL query.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look at what the system already does well, and where it currently has room to grow.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77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connected database removes duplicate spreadsheets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7588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Role-based login keeps data access appropriate per user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3342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schedule conflict checking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9926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One-click visual reports for department insight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21031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27374D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3774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3957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83680" y="3017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Desktop-only (Windows WinForms) — no web or mobile access yet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83680" y="367588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Single-user local SQL Express connection, not multi-campus ready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83680" y="43342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Passwords stored without hashing in the current build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0" y="49926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automated email/SMS notifications for schedule changes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take the system from a working prototype to a production-ready campus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04872"/>
            <a:ext cx="566928" cy="566928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247802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1546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776472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and salt passwords; add account lockout after failed attempts.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01568" y="214884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2404872"/>
            <a:ext cx="566928" cy="566928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2478024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31546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Hosted Database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57600" y="3776472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local SQL Express to a centrally hosted SQL Server for multi-device access.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54496" y="214884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10528" y="2404872"/>
            <a:ext cx="566928" cy="566928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510528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2478024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10528" y="31546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or Mobile Companion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510528" y="3776472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student/instructor portal alongside the admin desktop app.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107424" y="214884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63456" y="2404872"/>
            <a:ext cx="566928" cy="566928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9363456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0" y="2478024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63456" y="31546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363456" y="3776472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SMS alerts for grade postings and schedule changes.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2026 — built on C# WinForms, Entity Framework, and SQL Server.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1324</Words>
  <Application>Microsoft Office PowerPoint</Application>
  <PresentationFormat>Widescreen</PresentationFormat>
  <Paragraphs>225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Management System 2026</dc:title>
  <dc:subject>PptxGenJS Presentation</dc:subject>
  <dc:creator>University Management System 2026</dc:creator>
  <cp:lastModifiedBy>Galindo Vin</cp:lastModifiedBy>
  <cp:revision>3</cp:revision>
  <dcterms:created xsi:type="dcterms:W3CDTF">2026-06-21T12:34:52Z</dcterms:created>
  <dcterms:modified xsi:type="dcterms:W3CDTF">2026-06-21T12:51:44Z</dcterms:modified>
</cp:coreProperties>
</file>